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Aster translation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virtual address consists of a page number and an offset. For the lab's page size, the offset occupies 12 bits. Preserve the offset when substituting the physical frame number.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Aster operational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lab uses a two-level page table. The scheduler changes address spaces on a context switch. The lab flushes its untagged TLB on every address-space switch so cached translations from the old address space cannot be reused.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